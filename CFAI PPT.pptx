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1" r:id="rId4"/>
    <p:sldId id="262" r:id="rId5"/>
    <p:sldId id="259" r:id="rId6"/>
    <p:sldId id="260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9C329D-631A-432C-A130-317C84BADC59}" v="46" dt="2026-05-25T09:52:04.4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am Bhaarathi" userId="8649ae6a4793577f" providerId="LiveId" clId="{7156134A-0D9C-41EC-A872-A12EA5293CCC}"/>
    <pc:docChg chg="undo custSel addSld delSld modSld sldOrd">
      <pc:chgData name="Yasam Bhaarathi" userId="8649ae6a4793577f" providerId="LiveId" clId="{7156134A-0D9C-41EC-A872-A12EA5293CCC}" dt="2026-05-25T09:53:36.071" v="525" actId="1076"/>
      <pc:docMkLst>
        <pc:docMk/>
      </pc:docMkLst>
      <pc:sldChg chg="addSp modSp mod">
        <pc:chgData name="Yasam Bhaarathi" userId="8649ae6a4793577f" providerId="LiveId" clId="{7156134A-0D9C-41EC-A872-A12EA5293CCC}" dt="2026-05-25T09:53:36.071" v="525" actId="1076"/>
        <pc:sldMkLst>
          <pc:docMk/>
          <pc:sldMk cId="48676756" sldId="256"/>
        </pc:sldMkLst>
        <pc:spChg chg="add mod">
          <ac:chgData name="Yasam Bhaarathi" userId="8649ae6a4793577f" providerId="LiveId" clId="{7156134A-0D9C-41EC-A872-A12EA5293CCC}" dt="2026-05-25T09:53:32.513" v="524" actId="1076"/>
          <ac:spMkLst>
            <pc:docMk/>
            <pc:sldMk cId="48676756" sldId="256"/>
            <ac:spMk id="2" creationId="{FFE49922-1009-194F-5DDA-BC3AC270C63B}"/>
          </ac:spMkLst>
        </pc:spChg>
        <pc:spChg chg="add mod">
          <ac:chgData name="Yasam Bhaarathi" userId="8649ae6a4793577f" providerId="LiveId" clId="{7156134A-0D9C-41EC-A872-A12EA5293CCC}" dt="2026-05-25T09:51:27.636" v="495" actId="1076"/>
          <ac:spMkLst>
            <pc:docMk/>
            <pc:sldMk cId="48676756" sldId="256"/>
            <ac:spMk id="3" creationId="{5AF64B00-9F04-20D2-A435-8AE9C4EC3626}"/>
          </ac:spMkLst>
        </pc:spChg>
        <pc:spChg chg="add mod">
          <ac:chgData name="Yasam Bhaarathi" userId="8649ae6a4793577f" providerId="LiveId" clId="{7156134A-0D9C-41EC-A872-A12EA5293CCC}" dt="2026-05-25T09:53:15.401" v="523" actId="20577"/>
          <ac:spMkLst>
            <pc:docMk/>
            <pc:sldMk cId="48676756" sldId="256"/>
            <ac:spMk id="4" creationId="{F3A1A8A1-F2E2-5ACC-94D8-AC0B4F791D45}"/>
          </ac:spMkLst>
        </pc:spChg>
        <pc:spChg chg="mod">
          <ac:chgData name="Yasam Bhaarathi" userId="8649ae6a4793577f" providerId="LiveId" clId="{7156134A-0D9C-41EC-A872-A12EA5293CCC}" dt="2026-05-25T09:50:14.665" v="469" actId="1076"/>
          <ac:spMkLst>
            <pc:docMk/>
            <pc:sldMk cId="48676756" sldId="256"/>
            <ac:spMk id="83" creationId="{1473EF88-3716-41E4-EEFB-ABA8928204E9}"/>
          </ac:spMkLst>
        </pc:spChg>
        <pc:spChg chg="mod">
          <ac:chgData name="Yasam Bhaarathi" userId="8649ae6a4793577f" providerId="LiveId" clId="{7156134A-0D9C-41EC-A872-A12EA5293CCC}" dt="2026-05-25T09:53:36.071" v="525" actId="1076"/>
          <ac:spMkLst>
            <pc:docMk/>
            <pc:sldMk cId="48676756" sldId="256"/>
            <ac:spMk id="84" creationId="{5C3B8EA5-0833-185B-E930-2199C8D1835E}"/>
          </ac:spMkLst>
        </pc:spChg>
        <pc:picChg chg="mod">
          <ac:chgData name="Yasam Bhaarathi" userId="8649ae6a4793577f" providerId="LiveId" clId="{7156134A-0D9C-41EC-A872-A12EA5293CCC}" dt="2026-05-25T09:51:36.848" v="498" actId="1076"/>
          <ac:picMkLst>
            <pc:docMk/>
            <pc:sldMk cId="48676756" sldId="256"/>
            <ac:picMk id="82" creationId="{AF170259-CBC0-C713-3568-64551CCD97AF}"/>
          </ac:picMkLst>
        </pc:picChg>
      </pc:sldChg>
      <pc:sldChg chg="addSp modSp mod ord">
        <pc:chgData name="Yasam Bhaarathi" userId="8649ae6a4793577f" providerId="LiveId" clId="{7156134A-0D9C-41EC-A872-A12EA5293CCC}" dt="2026-05-20T18:19:32.242" v="4"/>
        <pc:sldMkLst>
          <pc:docMk/>
          <pc:sldMk cId="3693801698" sldId="258"/>
        </pc:sldMkLst>
        <pc:spChg chg="add">
          <ac:chgData name="Yasam Bhaarathi" userId="8649ae6a4793577f" providerId="LiveId" clId="{7156134A-0D9C-41EC-A872-A12EA5293CCC}" dt="2026-05-20T18:19:26.895" v="2" actId="26606"/>
          <ac:spMkLst>
            <pc:docMk/>
            <pc:sldMk cId="3693801698" sldId="258"/>
            <ac:spMk id="16" creationId="{42A4FC2C-047E-45A5-965D-8E1E3BF09BC6}"/>
          </ac:spMkLst>
        </pc:spChg>
        <pc:picChg chg="add mod">
          <ac:chgData name="Yasam Bhaarathi" userId="8649ae6a4793577f" providerId="LiveId" clId="{7156134A-0D9C-41EC-A872-A12EA5293CCC}" dt="2026-05-20T18:19:26.895" v="2" actId="26606"/>
          <ac:picMkLst>
            <pc:docMk/>
            <pc:sldMk cId="3693801698" sldId="258"/>
            <ac:picMk id="11" creationId="{4E6AFE9E-0546-9A0B-52A3-5273A6359D4F}"/>
          </ac:picMkLst>
        </pc:picChg>
      </pc:sldChg>
      <pc:sldChg chg="addSp delSp modSp new mod ord">
        <pc:chgData name="Yasam Bhaarathi" userId="8649ae6a4793577f" providerId="LiveId" clId="{7156134A-0D9C-41EC-A872-A12EA5293CCC}" dt="2026-05-25T09:32:46.975" v="330" actId="14100"/>
        <pc:sldMkLst>
          <pc:docMk/>
          <pc:sldMk cId="3056585595" sldId="261"/>
        </pc:sldMkLst>
        <pc:spChg chg="add mod">
          <ac:chgData name="Yasam Bhaarathi" userId="8649ae6a4793577f" providerId="LiveId" clId="{7156134A-0D9C-41EC-A872-A12EA5293CCC}" dt="2026-05-25T09:17:11.563" v="203" actId="1076"/>
          <ac:spMkLst>
            <pc:docMk/>
            <pc:sldMk cId="3056585595" sldId="261"/>
            <ac:spMk id="3" creationId="{A197D9E2-A7A6-F3AF-05CB-F0C5E74A37F0}"/>
          </ac:spMkLst>
        </pc:spChg>
        <pc:graphicFrameChg chg="add mod modGraphic">
          <ac:chgData name="Yasam Bhaarathi" userId="8649ae6a4793577f" providerId="LiveId" clId="{7156134A-0D9C-41EC-A872-A12EA5293CCC}" dt="2026-05-25T09:32:46.975" v="330" actId="14100"/>
          <ac:graphicFrameMkLst>
            <pc:docMk/>
            <pc:sldMk cId="3056585595" sldId="261"/>
            <ac:graphicFrameMk id="2" creationId="{44890A82-EBB9-3B16-658C-76C5E3A420DD}"/>
          </ac:graphicFrameMkLst>
        </pc:graphicFrameChg>
      </pc:sldChg>
      <pc:sldChg chg="addSp modSp new mod">
        <pc:chgData name="Yasam Bhaarathi" userId="8649ae6a4793577f" providerId="LiveId" clId="{7156134A-0D9C-41EC-A872-A12EA5293CCC}" dt="2026-05-25T09:43:09.977" v="400" actId="1076"/>
        <pc:sldMkLst>
          <pc:docMk/>
          <pc:sldMk cId="1954035667" sldId="262"/>
        </pc:sldMkLst>
        <pc:spChg chg="add mod">
          <ac:chgData name="Yasam Bhaarathi" userId="8649ae6a4793577f" providerId="LiveId" clId="{7156134A-0D9C-41EC-A872-A12EA5293CCC}" dt="2026-05-25T09:43:09.977" v="400" actId="1076"/>
          <ac:spMkLst>
            <pc:docMk/>
            <pc:sldMk cId="1954035667" sldId="262"/>
            <ac:spMk id="5" creationId="{F40DC333-B874-50CB-4215-4B56FD55398E}"/>
          </ac:spMkLst>
        </pc:spChg>
        <pc:spChg chg="add mod">
          <ac:chgData name="Yasam Bhaarathi" userId="8649ae6a4793577f" providerId="LiveId" clId="{7156134A-0D9C-41EC-A872-A12EA5293CCC}" dt="2026-05-25T09:43:05.859" v="399" actId="1076"/>
          <ac:spMkLst>
            <pc:docMk/>
            <pc:sldMk cId="1954035667" sldId="262"/>
            <ac:spMk id="8" creationId="{6C6EB475-7D6D-B3AA-DA1F-C9FD6950502D}"/>
          </ac:spMkLst>
        </pc:spChg>
        <pc:spChg chg="add mod">
          <ac:chgData name="Yasam Bhaarathi" userId="8649ae6a4793577f" providerId="LiveId" clId="{7156134A-0D9C-41EC-A872-A12EA5293CCC}" dt="2026-05-25T09:41:07.946" v="377" actId="1076"/>
          <ac:spMkLst>
            <pc:docMk/>
            <pc:sldMk cId="1954035667" sldId="262"/>
            <ac:spMk id="11" creationId="{0FF4BC85-F28B-45C9-F384-18EE302047E1}"/>
          </ac:spMkLst>
        </pc:spChg>
        <pc:spChg chg="add mod">
          <ac:chgData name="Yasam Bhaarathi" userId="8649ae6a4793577f" providerId="LiveId" clId="{7156134A-0D9C-41EC-A872-A12EA5293CCC}" dt="2026-05-25T09:42:15.701" v="385" actId="207"/>
          <ac:spMkLst>
            <pc:docMk/>
            <pc:sldMk cId="1954035667" sldId="262"/>
            <ac:spMk id="14" creationId="{E803815D-3D06-BF67-F212-E9DF60E7808D}"/>
          </ac:spMkLst>
        </pc:spChg>
        <pc:graphicFrameChg chg="add mod modGraphic">
          <ac:chgData name="Yasam Bhaarathi" userId="8649ae6a4793577f" providerId="LiveId" clId="{7156134A-0D9C-41EC-A872-A12EA5293CCC}" dt="2026-05-25T09:33:16.869" v="335" actId="14100"/>
          <ac:graphicFrameMkLst>
            <pc:docMk/>
            <pc:sldMk cId="1954035667" sldId="262"/>
            <ac:graphicFrameMk id="2" creationId="{FC591687-0D69-8627-71CE-938122C7D82E}"/>
          </ac:graphicFrameMkLst>
        </pc:graphicFrameChg>
        <pc:picChg chg="add mod">
          <ac:chgData name="Yasam Bhaarathi" userId="8649ae6a4793577f" providerId="LiveId" clId="{7156134A-0D9C-41EC-A872-A12EA5293CCC}" dt="2026-05-25T09:43:00.551" v="398" actId="1076"/>
          <ac:picMkLst>
            <pc:docMk/>
            <pc:sldMk cId="1954035667" sldId="262"/>
            <ac:picMk id="4" creationId="{CEDBC3C0-2A99-BE97-BF44-0435B381D5A3}"/>
          </ac:picMkLst>
        </pc:picChg>
        <pc:picChg chg="add mod">
          <ac:chgData name="Yasam Bhaarathi" userId="8649ae6a4793577f" providerId="LiveId" clId="{7156134A-0D9C-41EC-A872-A12EA5293CCC}" dt="2026-05-25T09:42:53.252" v="396" actId="1076"/>
          <ac:picMkLst>
            <pc:docMk/>
            <pc:sldMk cId="1954035667" sldId="262"/>
            <ac:picMk id="7" creationId="{AA01BC6F-AB19-237B-60F0-DCE590B06430}"/>
          </ac:picMkLst>
        </pc:picChg>
        <pc:picChg chg="add mod">
          <ac:chgData name="Yasam Bhaarathi" userId="8649ae6a4793577f" providerId="LiveId" clId="{7156134A-0D9C-41EC-A872-A12EA5293CCC}" dt="2026-05-25T09:42:57.306" v="397" actId="1076"/>
          <ac:picMkLst>
            <pc:docMk/>
            <pc:sldMk cId="1954035667" sldId="262"/>
            <ac:picMk id="10" creationId="{92A53D3C-D964-20FA-B6D7-F9D3D766FD55}"/>
          </ac:picMkLst>
        </pc:picChg>
        <pc:picChg chg="add mod">
          <ac:chgData name="Yasam Bhaarathi" userId="8649ae6a4793577f" providerId="LiveId" clId="{7156134A-0D9C-41EC-A872-A12EA5293CCC}" dt="2026-05-25T09:42:25.713" v="387" actId="1076"/>
          <ac:picMkLst>
            <pc:docMk/>
            <pc:sldMk cId="1954035667" sldId="262"/>
            <ac:picMk id="13" creationId="{70BF9AFC-F355-698B-BA13-F236F3BB3BF5}"/>
          </ac:picMkLst>
        </pc:picChg>
      </pc:sldChg>
      <pc:sldChg chg="new del">
        <pc:chgData name="Yasam Bhaarathi" userId="8649ae6a4793577f" providerId="LiveId" clId="{7156134A-0D9C-41EC-A872-A12EA5293CCC}" dt="2026-05-25T09:32:57.905" v="331" actId="47"/>
        <pc:sldMkLst>
          <pc:docMk/>
          <pc:sldMk cId="2037771742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E2FB18-AAE9-4FC9-B28A-6425E3EB3006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A4825C-DF2E-4973-AA09-6BFEA3445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3370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4825C-DF2E-4973-AA09-6BFEA3445B6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530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F323-1EE7-E77A-F89A-E84EA35C47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80BBDB-A4BC-634A-093A-73C88ACA12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8CE05-C5D0-48EA-BBA1-F149844DE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F06B7-7DF8-44C4-89B4-7737E518E43F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0EFE0-9FA1-08B7-6746-FAE8110BB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9BF45-1FA6-E1FE-4F98-C1A4453B5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8D846-C1AF-4856-9DA3-912E3968B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758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3BFDB-00B4-EB98-6F6C-FCCF2AF80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18F89-CDBE-925D-F07A-88527F425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AF002-465E-A4AA-F6D1-80F4AFED1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F06B7-7DF8-44C4-89B4-7737E518E43F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16625-1FBD-196D-6DDE-E5373C3B6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5EA62-61BC-D98E-9AAE-D4B8527AA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8D846-C1AF-4856-9DA3-912E3968B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6418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CBB1A-6BB9-82FC-F37C-09493580D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0B95F4-4B68-8D43-33E1-C0E787ADF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C4243-F998-6A9E-D6BB-967423004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F06B7-7DF8-44C4-89B4-7737E518E43F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C80E8-E3B8-9182-8B45-A2872751B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FDCB2-2492-F0E9-1321-B1ED192E6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8D846-C1AF-4856-9DA3-912E3968B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963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6AC04-28D5-8500-8E33-35F50EE98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396E1-53C6-520C-2296-CA7F24C0D9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7C4537-F0CA-BEB3-EEF9-CE4854FFE4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5EE3DA-D0F7-043A-F8A8-E6599A204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F06B7-7DF8-44C4-89B4-7737E518E43F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764EB6-7E9D-328B-6DDC-23C187E1E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486444-C2E2-5559-814D-1B10D35D3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8D846-C1AF-4856-9DA3-912E3968B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513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AA439-1252-5D4A-FF39-91DC92FB0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8ABBE-C0F8-42A9-4EA4-C86B09BEA7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EDDC6A-A734-294B-866C-64DCC916F1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46821D-79C7-A3EB-7AF3-C2D9FF1614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90F317-0120-A6B5-CC94-CB64D085EE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F9939B-D0C1-2934-D6A0-0CFB7B92D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F06B7-7DF8-44C4-89B4-7737E518E43F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79036F-9043-3ADC-6CE5-5687B597D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48A7A3-00FB-628A-404B-46D583EDF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8D846-C1AF-4856-9DA3-912E3968B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8886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EC6C5-7E0B-E8E4-245C-4AF6A0031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F3F950-0887-3123-781C-6BC2F196C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F06B7-7DF8-44C4-89B4-7737E518E43F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8F80F8-0EC4-8E1C-6001-6F7F7BCC9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40560A-C6C7-C8EA-5E76-E39920DDE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8D846-C1AF-4856-9DA3-912E3968B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8730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1CAEF5-C789-0CAD-FF5C-3AE1FC2F2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F06B7-7DF8-44C4-89B4-7737E518E43F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FC54B4-58C3-C6F7-FA13-44FA1A643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C2516-05CD-FD85-F34A-E6557E3E4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8D846-C1AF-4856-9DA3-912E3968B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3475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90CBC-69B9-0D68-4BAF-5F70FF072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23957-BA4A-9DF0-0534-0024AA4FC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6787A0-CAD9-3759-B82C-5ECBB80F6C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FCE3F-03B9-AE29-C0BC-414F17615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F06B7-7DF8-44C4-89B4-7737E518E43F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9BDDF-5441-3579-02A2-BE39752B3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66C779-E4B4-1E21-4B05-51394A0D6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8D846-C1AF-4856-9DA3-912E3968B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8201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A6256-9A54-413B-F4BF-B62B13D4C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121FF4-1096-8634-3381-3D1CB22F1F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6A8C32-F3A5-F452-65F7-3E9AE2151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F6155D-4302-E1F3-D489-0C31BB6F2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F06B7-7DF8-44C4-89B4-7737E518E43F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E5FF60-FEC9-781D-1289-6F0233541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5300E9-A1B6-3F94-52EB-191D4C215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8D846-C1AF-4856-9DA3-912E3968B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443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9F19E-9490-09B4-E6A6-AF1EB6A57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C0FD29-44F2-161B-F50F-6196B9680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80AFF-8854-695A-5A85-946F47A1D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F06B7-7DF8-44C4-89B4-7737E518E43F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C5FE8-5284-56D2-36FE-6672D03F7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C6A94-6727-973E-7239-D25C386F9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8D846-C1AF-4856-9DA3-912E3968B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566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2D3199-9307-AB0E-C491-A00576713B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E2306-60DD-9342-E41E-1C6F039BBD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7A624-460E-8767-6C7E-1355C196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F06B7-7DF8-44C4-89B4-7737E518E43F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66456-F6E9-A3BC-6389-96B5E9FB1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323D6-A785-DF7F-D789-39BB26472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8D846-C1AF-4856-9DA3-912E3968B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270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C5373B-3392-66B2-8B4A-7B754A7EE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577C5-2B0B-B10B-06CF-CFFB52DCC1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CAFC5-67E9-81E4-A124-624ABB08E5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8F06B7-7DF8-44C4-89B4-7737E518E43F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E1B5B-3918-76F8-5D7F-576D34D4D6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C462F-F01E-AF28-E5E8-2AE95DC084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D8D846-C1AF-4856-9DA3-912E3968B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451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81">
            <a:extLst>
              <a:ext uri="{FF2B5EF4-FFF2-40B4-BE49-F238E27FC236}">
                <a16:creationId xmlns:a16="http://schemas.microsoft.com/office/drawing/2014/main" id="{AF170259-CBC0-C713-3568-64551CCD97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60"/>
          <a:stretch>
            <a:fillRect/>
          </a:stretch>
        </p:blipFill>
        <p:spPr>
          <a:xfrm>
            <a:off x="20" y="0"/>
            <a:ext cx="12191980" cy="6856718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1473EF88-3716-41E4-EEFB-ABA8928204E9}"/>
              </a:ext>
            </a:extLst>
          </p:cNvPr>
          <p:cNvSpPr txBox="1"/>
          <p:nvPr/>
        </p:nvSpPr>
        <p:spPr>
          <a:xfrm>
            <a:off x="0" y="249324"/>
            <a:ext cx="81607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Bahnschrift" panose="020B0502040204020203" pitchFamily="34" charset="0"/>
              </a:rPr>
              <a:t>COMPUTATIONAL FOUNDATIONS FOR ARTIFICIAL INTELLIGENCE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C3B8EA5-0833-185B-E930-2199C8D1835E}"/>
              </a:ext>
            </a:extLst>
          </p:cNvPr>
          <p:cNvSpPr txBox="1"/>
          <p:nvPr/>
        </p:nvSpPr>
        <p:spPr>
          <a:xfrm>
            <a:off x="78657" y="2346510"/>
            <a:ext cx="32053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Section: 12</a:t>
            </a:r>
          </a:p>
          <a:p>
            <a:r>
              <a:rPr lang="en-US" sz="2400" b="1" dirty="0"/>
              <a:t>Batch: 15</a:t>
            </a:r>
            <a:endParaRPr lang="en-IN" sz="2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E49922-1009-194F-5DDA-BC3AC270C63B}"/>
              </a:ext>
            </a:extLst>
          </p:cNvPr>
          <p:cNvSpPr txBox="1"/>
          <p:nvPr/>
        </p:nvSpPr>
        <p:spPr>
          <a:xfrm>
            <a:off x="78657" y="3553979"/>
            <a:ext cx="54962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Arial Rounded MT Bold" panose="020F0704030504030204" pitchFamily="34" charset="0"/>
              </a:rPr>
              <a:t>2520030012     Dharmika</a:t>
            </a:r>
          </a:p>
          <a:p>
            <a:r>
              <a:rPr lang="en-IN" sz="2400" dirty="0">
                <a:latin typeface="Arial Rounded MT Bold" panose="020F0704030504030204" pitchFamily="34" charset="0"/>
              </a:rPr>
              <a:t>2520030211     Bhaarathi</a:t>
            </a:r>
          </a:p>
          <a:p>
            <a:r>
              <a:rPr lang="en-IN" sz="2400" dirty="0">
                <a:latin typeface="Arial Rounded MT Bold" panose="020F0704030504030204" pitchFamily="34" charset="0"/>
              </a:rPr>
              <a:t>2520090232     Sahithya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F64B00-9F04-20D2-A435-8AE9C4EC3626}"/>
              </a:ext>
            </a:extLst>
          </p:cNvPr>
          <p:cNvSpPr txBox="1"/>
          <p:nvPr/>
        </p:nvSpPr>
        <p:spPr>
          <a:xfrm>
            <a:off x="78657" y="1446818"/>
            <a:ext cx="75118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Bahnschrift SemiLight" panose="020B0502040204020203" pitchFamily="34" charset="0"/>
              </a:rPr>
              <a:t>Project Title</a:t>
            </a:r>
            <a:r>
              <a:rPr lang="en-US" sz="2800" dirty="0">
                <a:latin typeface="Bahnschrift SemiLight" panose="020B0502040204020203" pitchFamily="34" charset="0"/>
              </a:rPr>
              <a:t>: </a:t>
            </a:r>
            <a:r>
              <a:rPr lang="en-IN" sz="2800" dirty="0">
                <a:latin typeface="Bahnschrift SemiLight" panose="020B0502040204020203" pitchFamily="34" charset="0"/>
              </a:rPr>
              <a:t>Hospital bed allocation system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A1A8A1-F2E2-5ACC-94D8-AC0B4F791D45}"/>
              </a:ext>
            </a:extLst>
          </p:cNvPr>
          <p:cNvSpPr txBox="1"/>
          <p:nvPr/>
        </p:nvSpPr>
        <p:spPr>
          <a:xfrm>
            <a:off x="3500285" y="4754308"/>
            <a:ext cx="45720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Bahnschrift" panose="020B0502040204020203" pitchFamily="34" charset="0"/>
              </a:rPr>
              <a:t>Under the guidance of</a:t>
            </a:r>
          </a:p>
          <a:p>
            <a:pPr algn="ctr"/>
            <a:r>
              <a:rPr lang="en-IN" sz="2400" dirty="0">
                <a:latin typeface="Bahnschrift" panose="020B0502040204020203" pitchFamily="34" charset="0"/>
              </a:rPr>
              <a:t> </a:t>
            </a:r>
          </a:p>
          <a:p>
            <a:pPr algn="ctr"/>
            <a:r>
              <a:rPr lang="en-IN" sz="2400" dirty="0">
                <a:latin typeface="Arial Narrow" panose="020B0606020202030204" pitchFamily="34" charset="0"/>
              </a:rPr>
              <a:t>Dr. Ramakanth Komati </a:t>
            </a:r>
          </a:p>
          <a:p>
            <a:pPr algn="ctr"/>
            <a:endParaRPr lang="en-IN" sz="2400" dirty="0">
              <a:latin typeface="Arial Narrow" panose="020B0606020202030204" pitchFamily="34" charset="0"/>
            </a:endParaRPr>
          </a:p>
          <a:p>
            <a:pPr algn="ctr"/>
            <a:r>
              <a:rPr lang="en-IN" dirty="0"/>
              <a:t>Term -3 semester 2025-2026 </a:t>
            </a:r>
          </a:p>
        </p:txBody>
      </p:sp>
    </p:spTree>
    <p:extLst>
      <p:ext uri="{BB962C8B-B14F-4D97-AF65-F5344CB8AC3E}">
        <p14:creationId xmlns:p14="http://schemas.microsoft.com/office/powerpoint/2010/main" val="48676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B089790-F4B6-46A7-BB28-7B74A9A9E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7B67672-4AF8-6376-EEFA-B767A91920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060"/>
          <a:stretch>
            <a:fillRect/>
          </a:stretch>
        </p:blipFill>
        <p:spPr>
          <a:xfrm>
            <a:off x="-1" y="1"/>
            <a:ext cx="12192000" cy="606829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9DE3F54D-33BC-4382-A2AB-5E002F0F1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5029199"/>
            <a:ext cx="12228128" cy="1828800"/>
            <a:chOff x="-305" y="2987478"/>
            <a:chExt cx="12188952" cy="1828800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798451A-4EC8-4869-8DFB-BCE4E00BE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0ECD12F-47FF-48FE-A827-069775A8A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8928757-970C-4B99-9F9C-0C07E4A945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26" name="Freeform: Shape 25">
              <a:extLst>
                <a:ext uri="{FF2B5EF4-FFF2-40B4-BE49-F238E27FC236}">
                  <a16:creationId xmlns:a16="http://schemas.microsoft.com/office/drawing/2014/main" id="{1213505B-6136-49EC-951C-1FDA2A6C5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47965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4890A82-EBB9-3B16-658C-76C5E3A42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555601"/>
              </p:ext>
            </p:extLst>
          </p:nvPr>
        </p:nvGraphicFramePr>
        <p:xfrm>
          <a:off x="0" y="523220"/>
          <a:ext cx="12099236" cy="630167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32547">
                  <a:extLst>
                    <a:ext uri="{9D8B030D-6E8A-4147-A177-3AD203B41FA5}">
                      <a16:colId xmlns:a16="http://schemas.microsoft.com/office/drawing/2014/main" val="1988611826"/>
                    </a:ext>
                  </a:extLst>
                </a:gridCol>
                <a:gridCol w="3398573">
                  <a:extLst>
                    <a:ext uri="{9D8B030D-6E8A-4147-A177-3AD203B41FA5}">
                      <a16:colId xmlns:a16="http://schemas.microsoft.com/office/drawing/2014/main" val="1960789886"/>
                    </a:ext>
                  </a:extLst>
                </a:gridCol>
                <a:gridCol w="3623086">
                  <a:extLst>
                    <a:ext uri="{9D8B030D-6E8A-4147-A177-3AD203B41FA5}">
                      <a16:colId xmlns:a16="http://schemas.microsoft.com/office/drawing/2014/main" val="1693139456"/>
                    </a:ext>
                  </a:extLst>
                </a:gridCol>
                <a:gridCol w="4345030">
                  <a:extLst>
                    <a:ext uri="{9D8B030D-6E8A-4147-A177-3AD203B41FA5}">
                      <a16:colId xmlns:a16="http://schemas.microsoft.com/office/drawing/2014/main" val="3252146972"/>
                    </a:ext>
                  </a:extLst>
                </a:gridCol>
              </a:tblGrid>
              <a:tr h="564155">
                <a:tc>
                  <a:txBody>
                    <a:bodyPr/>
                    <a:lstStyle/>
                    <a:p>
                      <a:r>
                        <a:rPr lang="en-US" dirty="0"/>
                        <a:t>CO’s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Technology or Concept Used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Reason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Why it is used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707428"/>
                  </a:ext>
                </a:extLst>
              </a:tr>
              <a:tr h="1531276">
                <a:tc>
                  <a:txBody>
                    <a:bodyPr/>
                    <a:lstStyle/>
                    <a:p>
                      <a:r>
                        <a:rPr lang="en-US" dirty="0"/>
                        <a:t>CO-1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Problem Formulation &amp; Python Data Structures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Rule-Based Logic &amp; Constraints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Trace Logging &amp;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Registration forms, validation, Python/React logic, data structures, state handling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Efficient healthcare data management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 Secure and accurate patient data entry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Easy debugging and system testing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191250"/>
                  </a:ext>
                </a:extLst>
              </a:tr>
              <a:tr h="1169988">
                <a:tc>
                  <a:txBody>
                    <a:bodyPr/>
                    <a:lstStyle/>
                    <a:p>
                      <a:r>
                        <a:rPr lang="en-US" dirty="0"/>
                        <a:t>CO-2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Search Algorithms Concept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Heuristic &amp; Efficient Search Concepts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Simple searching/filtering of patients resembles search concepts, but not full BFS/A* algorithms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Quick patient information retrieval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Faster and efficient data access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744602"/>
                  </a:ext>
                </a:extLst>
              </a:tr>
              <a:tr h="899991">
                <a:tc>
                  <a:txBody>
                    <a:bodyPr/>
                    <a:lstStyle/>
                    <a:p>
                      <a:r>
                        <a:rPr lang="en-US" dirty="0"/>
                        <a:t>CO-3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CSP (Constraint Satisfaction Problems)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Constraint Propagation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Appointment scheduling and validation use constraint-based logic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Prevents scheduling conflicts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Manages doctor availability efficiently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279282"/>
                  </a:ext>
                </a:extLst>
              </a:tr>
              <a:tr h="899991">
                <a:tc>
                  <a:txBody>
                    <a:bodyPr/>
                    <a:lstStyle/>
                    <a:p>
                      <a:r>
                        <a:rPr lang="en-US" dirty="0"/>
                        <a:t>CO-4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Decision Logic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Utility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Decision-making exists in navigation and role access, but not actual minimax/game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Controls user access securely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 Improves healthcare management efficiency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322047"/>
                  </a:ext>
                </a:extLst>
              </a:tr>
              <a:tr h="1169988">
                <a:tc>
                  <a:txBody>
                    <a:bodyPr/>
                    <a:lstStyle/>
                    <a:p>
                      <a:r>
                        <a:rPr lang="en-US" dirty="0"/>
                        <a:t>CO-5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Bayesian/Probability Concepts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Uncertainty Handling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Probability, Bayesian networks, HMMs are generally not present unless you added prediction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Supports smart healthcare decisions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Ensures reliable system performance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42563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197D9E2-A7A6-F3AF-05CB-F0C5E74A37F0}"/>
              </a:ext>
            </a:extLst>
          </p:cNvPr>
          <p:cNvSpPr txBox="1"/>
          <p:nvPr/>
        </p:nvSpPr>
        <p:spPr>
          <a:xfrm>
            <a:off x="0" y="0"/>
            <a:ext cx="8445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 Black" panose="020B0A04020102020204" pitchFamily="34" charset="0"/>
              </a:rPr>
              <a:t>Technology or Concepts that are used</a:t>
            </a:r>
          </a:p>
        </p:txBody>
      </p:sp>
    </p:spTree>
    <p:extLst>
      <p:ext uri="{BB962C8B-B14F-4D97-AF65-F5344CB8AC3E}">
        <p14:creationId xmlns:p14="http://schemas.microsoft.com/office/powerpoint/2010/main" val="3056585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C591687-0D69-8627-71CE-938122C7D8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523554"/>
              </p:ext>
            </p:extLst>
          </p:nvPr>
        </p:nvGraphicFramePr>
        <p:xfrm>
          <a:off x="0" y="0"/>
          <a:ext cx="12192000" cy="18288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866025">
                  <a:extLst>
                    <a:ext uri="{9D8B030D-6E8A-4147-A177-3AD203B41FA5}">
                      <a16:colId xmlns:a16="http://schemas.microsoft.com/office/drawing/2014/main" val="2537726947"/>
                    </a:ext>
                  </a:extLst>
                </a:gridCol>
                <a:gridCol w="3450565">
                  <a:extLst>
                    <a:ext uri="{9D8B030D-6E8A-4147-A177-3AD203B41FA5}">
                      <a16:colId xmlns:a16="http://schemas.microsoft.com/office/drawing/2014/main" val="2234111653"/>
                    </a:ext>
                  </a:extLst>
                </a:gridCol>
                <a:gridCol w="3585882">
                  <a:extLst>
                    <a:ext uri="{9D8B030D-6E8A-4147-A177-3AD203B41FA5}">
                      <a16:colId xmlns:a16="http://schemas.microsoft.com/office/drawing/2014/main" val="3145495817"/>
                    </a:ext>
                  </a:extLst>
                </a:gridCol>
                <a:gridCol w="4289528">
                  <a:extLst>
                    <a:ext uri="{9D8B030D-6E8A-4147-A177-3AD203B41FA5}">
                      <a16:colId xmlns:a16="http://schemas.microsoft.com/office/drawing/2014/main" val="20022922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CO’s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Technology or Concept Used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Reason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Why it is used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0858664"/>
                  </a:ext>
                </a:extLst>
              </a:tr>
              <a:tr h="234270">
                <a:tc>
                  <a:txBody>
                    <a:bodyPr/>
                    <a:lstStyle/>
                    <a:p>
                      <a:r>
                        <a:rPr lang="en-US" dirty="0"/>
                        <a:t>CO-6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Hybrid AI Architecture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Explainable Reasoning &amp; Performance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Ethics &amp; Limitations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Integration of modules, validation, security, explainability, performance handling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Integrates multiple system modules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 Improves user experience and maintenance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 Ensures secure patient data handling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8689798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CEDBC3C0-2A99-BE97-BF44-0435B381D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168" y="2078393"/>
            <a:ext cx="3965832" cy="21460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0DC333-B874-50CB-4215-4B56FD55398E}"/>
              </a:ext>
            </a:extLst>
          </p:cNvPr>
          <p:cNvSpPr txBox="1"/>
          <p:nvPr/>
        </p:nvSpPr>
        <p:spPr>
          <a:xfrm>
            <a:off x="4414042" y="3059668"/>
            <a:ext cx="1550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CO-1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01BC6F-AB19-237B-60F0-DCE590B06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539" y="1976209"/>
            <a:ext cx="5866461" cy="29508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6EB475-7D6D-B3AA-DA1F-C9FD6950502D}"/>
              </a:ext>
            </a:extLst>
          </p:cNvPr>
          <p:cNvSpPr txBox="1"/>
          <p:nvPr/>
        </p:nvSpPr>
        <p:spPr>
          <a:xfrm>
            <a:off x="10243932" y="2078393"/>
            <a:ext cx="1948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CO-2,4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A53D3C-D964-20FA-B6D7-F9D3D766FD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80479"/>
            <a:ext cx="6211992" cy="25387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FF4BC85-F28B-45C9-F384-18EE302047E1}"/>
              </a:ext>
            </a:extLst>
          </p:cNvPr>
          <p:cNvSpPr txBox="1"/>
          <p:nvPr/>
        </p:nvSpPr>
        <p:spPr>
          <a:xfrm>
            <a:off x="4505740" y="4678017"/>
            <a:ext cx="1458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CO-3,5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0BF9AFC-F355-698B-BA13-F236F3BB3B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5220" y="5047349"/>
            <a:ext cx="5401429" cy="177189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803815D-3D06-BF67-F212-E9DF60E7808D}"/>
              </a:ext>
            </a:extLst>
          </p:cNvPr>
          <p:cNvSpPr txBox="1"/>
          <p:nvPr/>
        </p:nvSpPr>
        <p:spPr>
          <a:xfrm>
            <a:off x="10296939" y="5870713"/>
            <a:ext cx="1285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CO-6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4035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6BB12AC-6001-447E-6FBE-16EB241378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216BB327-7AA9-4EC5-815F-9D8E6BC53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513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6502220-C5E4-10C5-BBF4-DFB40EDAB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703" y="0"/>
            <a:ext cx="8832501" cy="6752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569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E6AFE9E-0546-9A0B-52A3-5273A6359D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093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801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BBE7FD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195</TotalTime>
  <Words>272</Words>
  <Application>Microsoft Office PowerPoint</Application>
  <PresentationFormat>Widescreen</PresentationFormat>
  <Paragraphs>66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Aptos</vt:lpstr>
      <vt:lpstr>Aptos Display</vt:lpstr>
      <vt:lpstr>Arial</vt:lpstr>
      <vt:lpstr>Arial Black</vt:lpstr>
      <vt:lpstr>Arial Narrow</vt:lpstr>
      <vt:lpstr>Arial Rounded MT Bold</vt:lpstr>
      <vt:lpstr>Bahnschrift</vt:lpstr>
      <vt:lpstr>Bahnschrift SemiLight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Yasam Bhaarathi</dc:creator>
  <cp:lastModifiedBy>Yasam Bhaarathi</cp:lastModifiedBy>
  <cp:revision>1</cp:revision>
  <dcterms:created xsi:type="dcterms:W3CDTF">2026-05-20T15:55:25Z</dcterms:created>
  <dcterms:modified xsi:type="dcterms:W3CDTF">2026-05-25T09:53:43Z</dcterms:modified>
</cp:coreProperties>
</file>